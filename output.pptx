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```json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{</a:t>
            </a:r>
          </a:p>
          <a:p>
            <a:pPr>
              <a:defRPr sz="1600"/>
            </a:pPr>
            <a:r>
              <a:t>"title": "The AI Revolution in Healthcare",</a:t>
            </a:r>
          </a:p>
          <a:p>
            <a:pPr>
              <a:defRPr sz="1600"/>
            </a:pPr>
            <a:r>
              <a:t>"bullets": [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